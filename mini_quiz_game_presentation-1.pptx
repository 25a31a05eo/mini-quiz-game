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Quiz Game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command-line quiz program</a:t>
            </a:r>
          </a:p>
          <a:p>
            <a:pPr/>
            <a:r>
              <a:t>Developed using the C programming language</a:t>
            </a:r>
          </a:p>
          <a:p>
            <a:pPr/>
            <a:r>
              <a:t>Asks multiple choice questions and calculates score</a:t>
            </a:r>
          </a:p>
          <a:p>
            <a:pPr/>
            <a:r>
              <a:t>Demonstrates basic programming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 Quiz Game asks users a set of questions</a:t>
            </a:r>
          </a:p>
          <a:p>
            <a:pPr/>
            <a:r>
              <a:t>User selects answers using keyboard input</a:t>
            </a:r>
          </a:p>
          <a:p>
            <a:pPr/>
            <a:r>
              <a:t>Program checks answers and updates score</a:t>
            </a:r>
          </a:p>
          <a:p>
            <a:pPr/>
            <a:r>
              <a:t>Final result is displayed at the 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basic C programming</a:t>
            </a:r>
          </a:p>
          <a:p>
            <a:pPr/>
            <a:r>
              <a:t>Practice input and output operations</a:t>
            </a:r>
          </a:p>
          <a:p>
            <a:pPr/>
            <a:r>
              <a:t>Use conditional statements (if-else)</a:t>
            </a:r>
          </a:p>
          <a:p>
            <a:pPr/>
            <a:r>
              <a:t>Build a simple interactive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the program</a:t>
            </a:r>
          </a:p>
          <a:p>
            <a:pPr/>
            <a:r>
              <a:t>Initialize score = 0</a:t>
            </a:r>
          </a:p>
          <a:p>
            <a:pPr/>
            <a:r>
              <a:t>Display quiz title</a:t>
            </a:r>
          </a:p>
          <a:p>
            <a:pPr/>
            <a:r>
              <a:t>Ask Question 1 and read answer</a:t>
            </a:r>
          </a:p>
          <a:p>
            <a:pPr/>
            <a:r>
              <a:t>If correct answer, increase score</a:t>
            </a:r>
          </a:p>
          <a:p>
            <a:pPr/>
            <a:r>
              <a:t>Repeat process for all questions</a:t>
            </a:r>
          </a:p>
          <a:p>
            <a:pPr/>
            <a:r>
              <a:t>Display final score</a:t>
            </a:r>
          </a:p>
          <a:p>
            <a:pPr/>
            <a:r>
              <a:t>Show result message</a:t>
            </a:r>
          </a:p>
          <a:p>
            <a:pPr/>
            <a:r>
              <a:t>Stop the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 (Steps)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</a:t>
            </a:r>
          </a:p>
          <a:p>
            <a:pPr/>
            <a:r>
              <a:t>Initialize score</a:t>
            </a:r>
          </a:p>
          <a:p>
            <a:pPr/>
            <a:r>
              <a:t>Display question</a:t>
            </a:r>
          </a:p>
          <a:p>
            <a:pPr/>
            <a:r>
              <a:t>Read user answer</a:t>
            </a:r>
          </a:p>
          <a:p>
            <a:pPr/>
            <a:r>
              <a:t>Check if answer is correct</a:t>
            </a:r>
          </a:p>
          <a:p>
            <a:pPr/>
            <a:r>
              <a:t>Update score if correct</a:t>
            </a:r>
          </a:p>
          <a:p>
            <a:pPr/>
            <a:r>
              <a:t>Repeat for all questions</a:t>
            </a:r>
          </a:p>
          <a:p>
            <a:pPr/>
            <a:r>
              <a:t>Display final result</a:t>
            </a:r>
          </a:p>
          <a:p>
            <a:pPr/>
            <a:r>
              <a:t>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printf() for displaying output</a:t>
            </a:r>
          </a:p>
          <a:p>
            <a:pPr/>
            <a:r>
              <a:t>scanf() for reading user input</a:t>
            </a:r>
          </a:p>
          <a:p>
            <a:pPr/>
            <a:r>
              <a:t>if-else conditions for checking answers</a:t>
            </a:r>
          </a:p>
          <a:p>
            <a:pPr/>
            <a:r>
              <a:t>Variables to store score and answers</a:t>
            </a:r>
          </a:p>
          <a:p>
            <a:pPr/>
            <a:r>
              <a:t>Basic program structure in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 displays final score</a:t>
            </a:r>
          </a:p>
          <a:p>
            <a:pPr/>
            <a:r>
              <a:t>If score = 4 → Excellent</a:t>
            </a:r>
          </a:p>
          <a:p>
            <a:pPr/>
            <a:r>
              <a:t>If score &gt;= 2 → Good Job</a:t>
            </a:r>
          </a:p>
          <a:p>
            <a:pPr/>
            <a:r>
              <a:t>Otherwise → Better Luck Next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 Quiz Game is a beginner friendly program</a:t>
            </a:r>
          </a:p>
          <a:p>
            <a:pPr/>
            <a:r>
              <a:t>Helps understand logic building</a:t>
            </a:r>
          </a:p>
          <a:p>
            <a:pPr/>
            <a:r>
              <a:t>Demonstrates conditional statements</a:t>
            </a:r>
          </a:p>
          <a:p>
            <a:pPr/>
            <a:r>
              <a:t>Can be expanded with more questions or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